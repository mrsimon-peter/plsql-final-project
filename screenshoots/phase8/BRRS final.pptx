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Borrower Risk Rating System (BRRS)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PL/SQL Practicum Project</a:t>
            </a:r>
          </a:p>
          <a:p>
            <a:r>
              <a:t>Mukiza Simon Pierre</a:t>
            </a:r>
          </a:p>
          <a:p>
            <a:r>
              <a:t>ID: 27955</a:t>
            </a:r>
          </a:p>
          <a:p>
            <a:r>
              <a:t>Group: Tuesday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PL/SQL-based system for managing loan risk, approvals, and disbursement.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loan processing is slow, error-prone, and risky.</a:t>
            </a:r>
          </a:p>
          <a:p>
            <a:r>
              <a:t>BRRS automates and secures the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 loan applications</a:t>
            </a:r>
          </a:p>
          <a:p>
            <a:r>
              <a:t>• Assess risk</a:t>
            </a:r>
          </a:p>
          <a:p>
            <a:r>
              <a:t>• Enforce approvals</a:t>
            </a:r>
          </a:p>
          <a:p>
            <a:r>
              <a:t>• Control disbursement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Process (BPMN)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Loan flows from application → risk assessment → approval → disbursement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(ERD)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 normalized entities supporting the loan lifecycle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PL/SQL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Procedures</a:t>
            </a:r>
          </a:p>
          <a:p>
            <a:r>
              <a:t>• Triggers</a:t>
            </a:r>
          </a:p>
          <a:p>
            <a:r>
              <a:t>• Business rules enforcement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Reports &amp;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Operational, management, and analytical 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 21c, PL/SQL, SQL Developer, BPMN, ERD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BRRS improves efficiency, security, and decision-making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